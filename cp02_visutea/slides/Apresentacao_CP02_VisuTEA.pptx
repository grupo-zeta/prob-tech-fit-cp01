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ANÁLISE DE CONCORRENTES: VisuTEA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Mapeamento de mercado, análise de artigos Qualis A e Gráfico do Oceano Azul</a:t>
            </a:r>
          </a:p>
          <a:p/>
          <a:p>
            <a:r>
              <a:t>Grupo Zeta: Ana Isabelly, Cauã, Igor, Leonardo, Luis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É O VISUTEA?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Desafio Educacional: Identificar sinais precoces de perda de atenção social ou sobrecarga sensorial em alunos com TEA.</a:t>
            </a:r>
          </a:p>
          <a:p>
            <a:pPr/>
            <a:r>
              <a:t>A Solução (VisuTEA): Sistema assistivo que utiliza a câmera do dispositivo do professor para analisar o comportamento em tempo real.</a:t>
            </a:r>
          </a:p>
          <a:p>
            <a:pPr/>
            <a:r>
              <a:t>Diferenciais Tecnológicos:</a:t>
            </a:r>
          </a:p>
          <a:p>
            <a:pPr lvl="1"/>
            <a:r>
              <a:t>Rastreio de Atenção e Gaze (MediaPipe)</a:t>
            </a:r>
          </a:p>
          <a:p>
            <a:pPr lvl="1"/>
            <a:r>
              <a:t>Detecção de Estereotipias (Flapping, Balanço de Tronco)</a:t>
            </a:r>
          </a:p>
          <a:p>
            <a:pPr lvl="1"/>
            <a:r>
              <a:t>Privacidade (Edge AI): 100% no navegador, sem nuvem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828800"/>
            <a:ext cx="2743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[COLE O PRINT DO CELULAR AQUI!]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Concorrentes: Indústria (Aplicações)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1: SenseToKnow (Duke University)</a:t>
            </a:r>
          </a:p>
          <a:p>
            <a:pPr lvl="1"/>
            <a:r>
              <a:t>Pontos Fortes: Precisão clínica, validação acadêmica.</a:t>
            </a:r>
          </a:p>
          <a:p>
            <a:pPr lvl="1"/>
            <a:r>
              <a:t>Pontos Fracos: Uso passivo (criança assiste vídeo), foco em diagnóstico e não na sala de aula.</a:t>
            </a:r>
          </a:p>
          <a:p>
            <a:pPr/>
            <a:r>
              <a:t>App 2: Samsung Look At Me</a:t>
            </a:r>
          </a:p>
          <a:p>
            <a:pPr lvl="1"/>
            <a:r>
              <a:t>Pontos Fortes: Gamificação, treina contato visual ativamente.</a:t>
            </a:r>
          </a:p>
          <a:p>
            <a:pPr lvl="1"/>
            <a:r>
              <a:t>Pontos Fracos: Desatualizado, aplicativo requer que a aula pare para ser jogado.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Concorrentes: Academia (Artigos Qualis 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Artigo 1: Nature Medicine (2023) - SenseToKnow</a:t>
            </a:r>
          </a:p>
          <a:p>
            <a:pPr lvl="1"/>
            <a:r>
              <a:t>Foco: Detecção precoce de autismo via fenotipagem digital (Eye-Tracking no iPad).</a:t>
            </a:r>
          </a:p>
          <a:p>
            <a:pPr/>
            <a:r>
              <a:t>Artigo 2: Gaze-based Autism Detection (arXiv/IEEE)</a:t>
            </a:r>
          </a:p>
          <a:p>
            <a:pPr lvl="1"/>
            <a:r>
              <a:t>Foco: Uso de Redes Neurais em vídeos casuais para classificar olhar social com +92% de precisão.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Análise Competitiva e Oceano Azul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Resumo dos Diferenciais do VisuTEA contra as 4 Soluções:</a:t>
            </a:r>
          </a:p>
          <a:p>
            <a:pPr lvl="1"/>
            <a:r>
              <a:t>Custo: Gratuito (vs Equipamentos caros).</a:t>
            </a:r>
          </a:p>
          <a:p>
            <a:pPr lvl="1"/>
            <a:r>
              <a:t>Privacidade: Edge AI local (vs Upload de vídeos sensíveis na nuvem).</a:t>
            </a:r>
          </a:p>
          <a:p>
            <a:pPr lvl="1"/>
            <a:r>
              <a:t>Aplicação: Pedagógica/Invisível (vs Foco Clínico Invasivo).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28600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[COLE O GRÁFICO DO OCEANO AZUL AQUI]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